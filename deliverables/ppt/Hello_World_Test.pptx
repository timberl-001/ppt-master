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ello_wor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ello_wor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cover-orbit"/>
          <p:cNvGrpSpPr/>
          <p:nvPr/>
        </p:nvGrpSpPr>
        <p:grpSpPr>
          <a:xfrm>
            <a:off x="7515225" y="1628775"/>
            <a:ext cx="3162300" cy="3228975"/>
            <a:chOff x="7515225" y="1628775"/>
            <a:chExt cx="3162300" cy="3228975"/>
          </a:xfrm>
        </p:grpSpPr>
        <p:sp>
          <p:nvSpPr>
            <p:cNvPr id="2" name="Ellipse 2"/>
            <p:cNvSpPr/>
            <p:nvPr/>
          </p:nvSpPr>
          <p:spPr>
            <a:xfrm>
              <a:off x="7515225" y="1695450"/>
              <a:ext cx="3162300" cy="3162300"/>
            </a:xfrm>
            <a:prstGeom prst="ellipse">
              <a:avLst/>
            </a:prstGeom>
            <a:noFill/>
            <a:ln w="19050">
              <a:solidFill>
                <a:srgbClr val="263550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7934325" y="2114550"/>
              <a:ext cx="2324100" cy="2324100"/>
            </a:xfrm>
            <a:prstGeom prst="ellipse">
              <a:avLst/>
            </a:prstGeom>
            <a:noFill/>
            <a:ln w="19050">
              <a:solidFill>
                <a:srgbClr val="304865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8353425" y="2533650"/>
              <a:ext cx="1485900" cy="1485900"/>
            </a:xfrm>
            <a:prstGeom prst="ellipse">
              <a:avLst/>
            </a:prstGeom>
            <a:noFill/>
            <a:ln w="19050">
              <a:solidFill>
                <a:srgbClr val="33D6C7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29700" y="1628775"/>
              <a:ext cx="133350" cy="133350"/>
            </a:xfrm>
            <a:prstGeom prst="ellipse">
              <a:avLst/>
            </a:prstGeom>
            <a:solidFill>
              <a:srgbClr val="33D6C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877175" y="3219450"/>
              <a:ext cx="114300" cy="114300"/>
            </a:xfrm>
            <a:prstGeom prst="ellipse">
              <a:avLst/>
            </a:prstGeom>
            <a:solidFill>
              <a:srgbClr val="F0B86E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048750" y="3971925"/>
              <a:ext cx="95250" cy="95250"/>
            </a:xfrm>
            <a:prstGeom prst="ellipse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47653" y="3124200"/>
              <a:ext cx="29744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80" dirty="0">
                  <a:solidFill>
                    <a:srgbClr val="F4F7FB"/>
                  </a:solidFill>
                  <a:latin typeface="+mj-lt"/>
                  <a:ea typeface="+mj-ea"/>
                  <a:cs typeface="+mj-cs"/>
                </a:rPr>
                <a:t>hi</a:t>
              </a:r>
            </a:p>
          </p:txBody>
        </p:sp>
      </p:grpSp>
      <p:grpSp>
        <p:nvGrpSpPr>
          <p:cNvPr id="11" name="cover-kicker"/>
          <p:cNvGrpSpPr/>
          <p:nvPr/>
        </p:nvGrpSpPr>
        <p:grpSpPr>
          <a:xfrm>
            <a:off x="908304" y="828675"/>
            <a:ext cx="2160130" cy="234696"/>
            <a:chOff x="908304" y="828675"/>
            <a:chExt cx="2160130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908304" y="828675"/>
              <a:ext cx="2160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spc="150" dirty="0">
                  <a:solidFill>
                    <a:srgbClr val="33D6C7"/>
                  </a:solidFill>
                  <a:latin typeface="+mn-lt"/>
                  <a:ea typeface="+mn-ea"/>
                  <a:cs typeface="+mn-cs"/>
                </a:rPr>
                <a:t>A 3-SLIDE MINI DECK</a:t>
              </a:r>
            </a:p>
          </p:txBody>
        </p:sp>
      </p:grpSp>
      <p:grpSp>
        <p:nvGrpSpPr>
          <p:cNvPr id="14" name="cover-title"/>
          <p:cNvGrpSpPr/>
          <p:nvPr/>
        </p:nvGrpSpPr>
        <p:grpSpPr>
          <a:xfrm>
            <a:off x="857250" y="2063750"/>
            <a:ext cx="2956881" cy="2276475"/>
            <a:chOff x="857250" y="2063750"/>
            <a:chExt cx="2956881" cy="2276475"/>
          </a:xfrm>
        </p:grpSpPr>
        <p:sp>
          <p:nvSpPr>
            <p:cNvPr id="12" name="TextBox 12"/>
            <p:cNvSpPr txBox="1"/>
            <p:nvPr/>
          </p:nvSpPr>
          <p:spPr>
            <a:xfrm>
              <a:off x="857250" y="2063750"/>
              <a:ext cx="2334729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900" b="1" dirty="0">
                  <a:solidFill>
                    <a:srgbClr val="F4F7FB"/>
                  </a:solidFill>
                  <a:latin typeface="+mn-lt"/>
                  <a:ea typeface="+mn-ea"/>
                  <a:cs typeface="+mn-cs"/>
                </a:rPr>
                <a:t>Hello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7250" y="3006725"/>
              <a:ext cx="2956881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900" b="1" dirty="0">
                  <a:solidFill>
                    <a:srgbClr val="F4F7FB"/>
                  </a:solidFill>
                  <a:latin typeface="+mn-lt"/>
                  <a:ea typeface="+mn-ea"/>
                  <a:cs typeface="+mn-cs"/>
                </a:rPr>
                <a:t>World</a:t>
              </a:r>
              <a:r>
                <a:rPr lang="en" sz="6900" b="1" dirty="0">
                  <a:solidFill>
                    <a:srgbClr val="33D6C7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16" name="cover-subtitle"/>
          <p:cNvGrpSpPr/>
          <p:nvPr/>
        </p:nvGrpSpPr>
        <p:grpSpPr>
          <a:xfrm>
            <a:off x="904875" y="4533900"/>
            <a:ext cx="3608484" cy="367665"/>
            <a:chOff x="904875" y="4533900"/>
            <a:chExt cx="3608484" cy="367665"/>
          </a:xfrm>
        </p:grpSpPr>
        <p:sp>
          <p:nvSpPr>
            <p:cNvPr id="15" name="TextBox 15"/>
            <p:cNvSpPr txBox="1"/>
            <p:nvPr/>
          </p:nvSpPr>
          <p:spPr>
            <a:xfrm>
              <a:off x="904875" y="4533900"/>
              <a:ext cx="36084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80" dirty="0">
                  <a:solidFill>
                    <a:srgbClr val="A9B6CB"/>
                  </a:solidFill>
                  <a:latin typeface="+mn-lt"/>
                  <a:ea typeface="+mn-ea"/>
                  <a:cs typeface="+mn-cs"/>
                </a:rPr>
                <a:t>A tiny greeting. A big beginning.</a:t>
              </a:r>
            </a:p>
          </p:txBody>
        </p:sp>
      </p:grpSp>
      <p:grpSp>
        <p:nvGrpSpPr>
          <p:cNvPr id="19" name="cover-footer"/>
          <p:cNvGrpSpPr/>
          <p:nvPr/>
        </p:nvGrpSpPr>
        <p:grpSpPr>
          <a:xfrm>
            <a:off x="908685" y="6175375"/>
            <a:ext cx="10374630" cy="220028"/>
            <a:chOff x="908685" y="6175375"/>
            <a:chExt cx="10374630" cy="220028"/>
          </a:xfrm>
        </p:grpSpPr>
        <p:sp>
          <p:nvSpPr>
            <p:cNvPr id="17" name="TextBox 17"/>
            <p:cNvSpPr txBox="1"/>
            <p:nvPr/>
          </p:nvSpPr>
          <p:spPr>
            <a:xfrm>
              <a:off x="908685" y="6175375"/>
              <a:ext cx="1171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HELLO WORLD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10787" y="6175375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01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kicker"/>
          <p:cNvGrpSpPr/>
          <p:nvPr/>
        </p:nvGrpSpPr>
        <p:grpSpPr>
          <a:xfrm>
            <a:off x="908304" y="647700"/>
            <a:ext cx="2046417" cy="234696"/>
            <a:chOff x="908304" y="647700"/>
            <a:chExt cx="2046417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908304" y="647700"/>
              <a:ext cx="2046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spc="150" dirty="0">
                  <a:solidFill>
                    <a:srgbClr val="33D6C7"/>
                  </a:solidFill>
                  <a:latin typeface="+mn-lt"/>
                  <a:ea typeface="+mn-ea"/>
                  <a:cs typeface="+mn-cs"/>
                </a:rPr>
                <a:t>02 / THE FIRST LINE</a:t>
              </a:r>
            </a:p>
          </p:txBody>
        </p:sp>
      </p:grpSp>
      <p:grpSp>
        <p:nvGrpSpPr>
          <p:cNvPr id="5" name="content-title"/>
          <p:cNvGrpSpPr/>
          <p:nvPr/>
        </p:nvGrpSpPr>
        <p:grpSpPr>
          <a:xfrm>
            <a:off x="857250" y="1073150"/>
            <a:ext cx="4985909" cy="804862"/>
            <a:chOff x="857250" y="1073150"/>
            <a:chExt cx="4985909" cy="804862"/>
          </a:xfrm>
        </p:grpSpPr>
        <p:sp>
          <p:nvSpPr>
            <p:cNvPr id="4" name="TextBox 4"/>
            <p:cNvSpPr txBox="1"/>
            <p:nvPr/>
          </p:nvSpPr>
          <p:spPr>
            <a:xfrm>
              <a:off x="857250" y="1073150"/>
              <a:ext cx="498590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120" b="1" dirty="0">
                  <a:solidFill>
                    <a:srgbClr val="F4F7FB"/>
                  </a:solidFill>
                  <a:latin typeface="+mn-lt"/>
                  <a:ea typeface="+mn-ea"/>
                  <a:cs typeface="+mn-cs"/>
                </a:rPr>
                <a:t>Start with one line.</a:t>
              </a:r>
            </a:p>
          </p:txBody>
        </p:sp>
      </p:grpSp>
      <p:grpSp>
        <p:nvGrpSpPr>
          <p:cNvPr id="13" name="code-panel"/>
          <p:cNvGrpSpPr/>
          <p:nvPr/>
        </p:nvGrpSpPr>
        <p:grpSpPr>
          <a:xfrm>
            <a:off x="914400" y="2095500"/>
            <a:ext cx="10363200" cy="1295400"/>
            <a:chOff x="914400" y="2095500"/>
            <a:chExt cx="10363200" cy="12954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10363200" cy="1295400"/>
            </a:xfrm>
            <a:prstGeom prst="roundRect">
              <a:avLst>
                <a:gd name="adj" fmla="val 11765"/>
              </a:avLst>
            </a:prstGeom>
            <a:solidFill>
              <a:srgbClr val="121D31"/>
            </a:solidFill>
            <a:ln w="19050">
              <a:solidFill>
                <a:srgbClr val="26355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43000" y="2333625"/>
              <a:ext cx="95250" cy="95250"/>
            </a:xfrm>
            <a:prstGeom prst="ellipse">
              <a:avLst/>
            </a:prstGeom>
            <a:solidFill>
              <a:srgbClr val="F0B86E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333500" y="2333625"/>
              <a:ext cx="95250" cy="95250"/>
            </a:xfrm>
            <a:prstGeom prst="ellipse">
              <a:avLst/>
            </a:prstGeom>
            <a:solidFill>
              <a:srgbClr val="33D6C7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524000" y="2333625"/>
              <a:ext cx="95250" cy="95250"/>
            </a:xfrm>
            <a:prstGeom prst="ellipse">
              <a:avLst/>
            </a:prstGeom>
            <a:solidFill>
              <a:srgbClr val="71809A"/>
            </a:solidFill>
            <a:ln>
              <a:noFill/>
            </a:ln>
          </p:spPr>
        </p:sp>
        <p:grpSp>
          <p:nvGrpSpPr>
            <p:cNvPr id="12" name="code-line"/>
            <p:cNvGrpSpPr/>
            <p:nvPr/>
          </p:nvGrpSpPr>
          <p:grpSpPr>
            <a:xfrm>
              <a:off x="1207770" y="2686050"/>
              <a:ext cx="4311634" cy="440055"/>
              <a:chOff x="1207770" y="2686050"/>
              <a:chExt cx="4311634" cy="44005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207770" y="2686050"/>
                <a:ext cx="35604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250" dirty="0">
                    <a:solidFill>
                      <a:srgbClr val="71809A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17370" y="2686050"/>
                <a:ext cx="370203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250" dirty="0">
                    <a:solidFill>
                      <a:srgbClr val="F4F7FB"/>
                    </a:solidFill>
                    <a:latin typeface="+mj-lt"/>
                    <a:ea typeface="+mj-ea"/>
                    <a:cs typeface="+mj-cs"/>
                  </a:rPr>
                  <a:t>print(</a:t>
                </a:r>
                <a:r>
                  <a:rPr lang="en" sz="2250" dirty="0">
                    <a:solidFill>
                      <a:srgbClr val="33D6C7"/>
                    </a:solidFill>
                    <a:latin typeface="+mj-lt"/>
                    <a:ea typeface="+mj-ea"/>
                    <a:cs typeface="+mj-cs"/>
                  </a:rPr>
                  <a:t>"Hello, world!"</a:t>
                </a:r>
                <a:r>
                  <a:rPr lang="en" sz="2250" dirty="0">
                    <a:solidFill>
                      <a:srgbClr val="F4F7FB"/>
                    </a:solidFill>
                    <a:latin typeface="+mj-lt"/>
                    <a:ea typeface="+mj-ea"/>
                    <a:cs typeface="+mj-cs"/>
                  </a:rPr>
                  <a:t>)</a:t>
                </a:r>
              </a:p>
            </p:txBody>
          </p:sp>
        </p:grpSp>
      </p:grpSp>
      <p:grpSp>
        <p:nvGrpSpPr>
          <p:cNvPr id="27" name="sequence"/>
          <p:cNvGrpSpPr/>
          <p:nvPr/>
        </p:nvGrpSpPr>
        <p:grpSpPr>
          <a:xfrm>
            <a:off x="1495425" y="4200525"/>
            <a:ext cx="9201150" cy="1005332"/>
            <a:chOff x="1495425" y="4200525"/>
            <a:chExt cx="9201150" cy="1005332"/>
          </a:xfrm>
        </p:grpSpPr>
        <p:sp>
          <p:nvSpPr>
            <p:cNvPr id="14" name="Line 14"/>
            <p:cNvSpPr/>
            <p:nvPr/>
          </p:nvSpPr>
          <p:spPr>
            <a:xfrm>
              <a:off x="1619250" y="43243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19050">
              <a:solidFill>
                <a:srgbClr val="304865"/>
              </a:solidFill>
            </a:ln>
          </p:spPr>
        </p:sp>
        <p:grpSp>
          <p:nvGrpSpPr>
            <p:cNvPr id="18" name="step-one"/>
            <p:cNvGrpSpPr/>
            <p:nvPr/>
          </p:nvGrpSpPr>
          <p:grpSpPr>
            <a:xfrm>
              <a:off x="1495425" y="4200525"/>
              <a:ext cx="1797763" cy="1005332"/>
              <a:chOff x="1495425" y="4200525"/>
              <a:chExt cx="1797763" cy="1005332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495425" y="4200525"/>
                <a:ext cx="247650" cy="247650"/>
              </a:xfrm>
              <a:prstGeom prst="ellipse">
                <a:avLst/>
              </a:prstGeom>
              <a:solidFill>
                <a:srgbClr val="0B1020"/>
              </a:solidFill>
              <a:ln w="28575">
                <a:solidFill>
                  <a:srgbClr val="33D6C7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17904" y="4629150"/>
                <a:ext cx="1918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b="1" dirty="0">
                    <a:solidFill>
                      <a:srgbClr val="33D6C7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15618" y="4883150"/>
                <a:ext cx="17775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rgbClr val="F4F7FB"/>
                    </a:solidFill>
                    <a:latin typeface="+mn-lt"/>
                    <a:ea typeface="+mn-ea"/>
                    <a:cs typeface="+mn-cs"/>
                  </a:rPr>
                  <a:t>Write a message</a:t>
                </a:r>
              </a:p>
            </p:txBody>
          </p:sp>
        </p:grpSp>
        <p:grpSp>
          <p:nvGrpSpPr>
            <p:cNvPr id="22" name="step-two"/>
            <p:cNvGrpSpPr/>
            <p:nvPr/>
          </p:nvGrpSpPr>
          <p:grpSpPr>
            <a:xfrm>
              <a:off x="5972175" y="4200525"/>
              <a:ext cx="1315139" cy="1005332"/>
              <a:chOff x="5972175" y="4200525"/>
              <a:chExt cx="1315139" cy="100533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972175" y="4200525"/>
                <a:ext cx="247650" cy="247650"/>
              </a:xfrm>
              <a:prstGeom prst="ellipse">
                <a:avLst/>
              </a:prstGeom>
              <a:solidFill>
                <a:srgbClr val="0B1020"/>
              </a:solidFill>
              <a:ln w="28575">
                <a:solidFill>
                  <a:srgbClr val="33D6C7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94654" y="4629150"/>
                <a:ext cx="1918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b="1" dirty="0">
                    <a:solidFill>
                      <a:srgbClr val="33D6C7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92368" y="4883150"/>
                <a:ext cx="12949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rgbClr val="F4F7FB"/>
                    </a:solidFill>
                    <a:latin typeface="+mn-lt"/>
                    <a:ea typeface="+mn-ea"/>
                    <a:cs typeface="+mn-cs"/>
                  </a:rPr>
                  <a:t>Run the line</a:t>
                </a:r>
              </a:p>
            </p:txBody>
          </p:sp>
        </p:grpSp>
        <p:grpSp>
          <p:nvGrpSpPr>
            <p:cNvPr id="26" name="step-three"/>
            <p:cNvGrpSpPr/>
            <p:nvPr/>
          </p:nvGrpSpPr>
          <p:grpSpPr>
            <a:xfrm>
              <a:off x="8919376" y="4200525"/>
              <a:ext cx="1777199" cy="1005332"/>
              <a:chOff x="8919376" y="4200525"/>
              <a:chExt cx="1777199" cy="1005332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10448925" y="4200525"/>
                <a:ext cx="247650" cy="247650"/>
              </a:xfrm>
              <a:prstGeom prst="ellipse">
                <a:avLst/>
              </a:prstGeom>
              <a:solidFill>
                <a:srgbClr val="0B1020"/>
              </a:solidFill>
              <a:ln w="28575">
                <a:solidFill>
                  <a:srgbClr val="F0B86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291702" y="4629150"/>
                <a:ext cx="1918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" sz="1200" b="1" dirty="0">
                    <a:solidFill>
                      <a:srgbClr val="F0B86E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19376" y="4883150"/>
                <a:ext cx="15665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" sz="1650" b="1" dirty="0">
                    <a:solidFill>
                      <a:srgbClr val="F4F7FB"/>
                    </a:solidFill>
                    <a:latin typeface="+mn-lt"/>
                    <a:ea typeface="+mn-ea"/>
                    <a:cs typeface="+mn-cs"/>
                  </a:rPr>
                  <a:t>See the output</a:t>
                </a:r>
              </a:p>
            </p:txBody>
          </p:sp>
        </p:grpSp>
      </p:grpSp>
      <p:grpSp>
        <p:nvGrpSpPr>
          <p:cNvPr id="29" name="takeaway"/>
          <p:cNvGrpSpPr/>
          <p:nvPr/>
        </p:nvGrpSpPr>
        <p:grpSpPr>
          <a:xfrm>
            <a:off x="906018" y="5626100"/>
            <a:ext cx="5764477" cy="322707"/>
            <a:chOff x="906018" y="5626100"/>
            <a:chExt cx="5764477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906018" y="5626100"/>
              <a:ext cx="5764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A9B6CB"/>
                  </a:solidFill>
                  <a:latin typeface="+mn-lt"/>
                  <a:ea typeface="+mn-ea"/>
                  <a:cs typeface="+mn-cs"/>
                </a:rPr>
                <a:t>One simple instruction turns a message into visible output.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908685" y="6242050"/>
            <a:ext cx="10374630" cy="220028"/>
            <a:chOff x="908685" y="6242050"/>
            <a:chExt cx="10374630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908685" y="6242050"/>
              <a:ext cx="1171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HELLO WORLD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10787" y="6242050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02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closing-scene"/>
          <p:cNvGrpSpPr/>
          <p:nvPr/>
        </p:nvGrpSpPr>
        <p:grpSpPr>
          <a:xfrm>
            <a:off x="3955550" y="1171575"/>
            <a:ext cx="4280900" cy="3267075"/>
            <a:chOff x="3955550" y="1171575"/>
            <a:chExt cx="4280900" cy="3267075"/>
          </a:xfrm>
        </p:grpSpPr>
        <p:grpSp>
          <p:nvGrpSpPr>
            <p:cNvPr id="7" name="closing-orbit"/>
            <p:cNvGrpSpPr/>
            <p:nvPr/>
          </p:nvGrpSpPr>
          <p:grpSpPr>
            <a:xfrm>
              <a:off x="4495800" y="1171575"/>
              <a:ext cx="3200400" cy="3267075"/>
              <a:chOff x="4495800" y="1171575"/>
              <a:chExt cx="3200400" cy="326707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4495800" y="1238250"/>
                <a:ext cx="3200400" cy="3200400"/>
              </a:xfrm>
              <a:prstGeom prst="ellipse">
                <a:avLst/>
              </a:prstGeom>
              <a:noFill/>
              <a:ln w="19050">
                <a:solidFill>
                  <a:srgbClr val="263550"/>
                </a:solidFill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4933950" y="1676400"/>
                <a:ext cx="2324100" cy="2324100"/>
              </a:xfrm>
              <a:prstGeom prst="ellipse">
                <a:avLst/>
              </a:prstGeom>
              <a:noFill/>
              <a:ln w="19050">
                <a:solidFill>
                  <a:srgbClr val="304865"/>
                </a:solidFill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5353050" y="2095500"/>
                <a:ext cx="1485900" cy="1485900"/>
              </a:xfrm>
              <a:prstGeom prst="ellipse">
                <a:avLst/>
              </a:prstGeom>
              <a:noFill/>
              <a:ln w="19050">
                <a:solidFill>
                  <a:srgbClr val="33D6C7"/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6029325" y="1171575"/>
                <a:ext cx="133350" cy="133350"/>
              </a:xfrm>
              <a:prstGeom prst="ellipse">
                <a:avLst/>
              </a:prstGeom>
              <a:solidFill>
                <a:srgbClr val="33D6C7"/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7200900" y="2781300"/>
                <a:ext cx="114300" cy="114300"/>
              </a:xfrm>
              <a:prstGeom prst="ellipse">
                <a:avLst/>
              </a:prstGeom>
              <a:solidFill>
                <a:srgbClr val="F0B86E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4299933" y="1343025"/>
              <a:ext cx="3592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spc="150" dirty="0">
                  <a:solidFill>
                    <a:srgbClr val="33D6C7"/>
                  </a:solidFill>
                  <a:latin typeface="+mn-lt"/>
                  <a:ea typeface="+mn-ea"/>
                  <a:cs typeface="+mn-cs"/>
                </a:rPr>
                <a:t>EVERYTHING STARTS SOMEWHERE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5550" y="2374900"/>
              <a:ext cx="428090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5100" b="1" dirty="0">
                  <a:solidFill>
                    <a:srgbClr val="F4F7FB"/>
                  </a:solidFill>
                  <a:latin typeface="+mn-lt"/>
                  <a:ea typeface="+mn-ea"/>
                  <a:cs typeface="+mn-cs"/>
                </a:rPr>
                <a:t xml:space="preserve">Hello, </a:t>
              </a:r>
              <a:r>
                <a:rPr lang="en" sz="5100" b="1" dirty="0">
                  <a:solidFill>
                    <a:srgbClr val="33D6C7"/>
                  </a:solidFill>
                  <a:latin typeface="+mn-lt"/>
                  <a:ea typeface="+mn-ea"/>
                  <a:cs typeface="+mn-cs"/>
                </a:rPr>
                <a:t>World.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75440" y="3676650"/>
              <a:ext cx="4241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rgbClr val="A9B6CB"/>
                  </a:solidFill>
                  <a:latin typeface="+mn-lt"/>
                  <a:ea typeface="+mn-ea"/>
                  <a:cs typeface="+mn-cs"/>
                </a:rPr>
                <a:t>Every great idea begins with a first line.</a:t>
              </a:r>
            </a:p>
          </p:txBody>
        </p:sp>
      </p:grpSp>
      <p:grpSp>
        <p:nvGrpSpPr>
          <p:cNvPr id="14" name="ending-footer"/>
          <p:cNvGrpSpPr/>
          <p:nvPr/>
        </p:nvGrpSpPr>
        <p:grpSpPr>
          <a:xfrm>
            <a:off x="908685" y="6175375"/>
            <a:ext cx="10374630" cy="220028"/>
            <a:chOff x="908685" y="6175375"/>
            <a:chExt cx="10374630" cy="220028"/>
          </a:xfrm>
        </p:grpSpPr>
        <p:sp>
          <p:nvSpPr>
            <p:cNvPr id="12" name="TextBox 12"/>
            <p:cNvSpPr txBox="1"/>
            <p:nvPr/>
          </p:nvSpPr>
          <p:spPr>
            <a:xfrm>
              <a:off x="908685" y="6175375"/>
              <a:ext cx="2251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THANKS FOR SAYING HELLO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10787" y="6175375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120" dirty="0">
                  <a:solidFill>
                    <a:srgbClr val="71809A"/>
                  </a:solidFill>
                  <a:latin typeface="+mn-lt"/>
                  <a:ea typeface="+mn-ea"/>
                  <a:cs typeface="+mn-cs"/>
                </a:rPr>
                <a:t>03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ello_world">
  <a:themeElements>
    <a:clrScheme name="hello_worl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ello_world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llo_wor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2026-10-30T06:05:14Z</dcterms:created>
  <dcterms:modified xsi:type="dcterms:W3CDTF">2026-10-30T06:05:14Z</dcterms:modified>
  <cp:category/>
  <cp:contentStatus/>
</cp:coreProperties>
</file>